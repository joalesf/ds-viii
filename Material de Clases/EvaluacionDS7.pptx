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changesInfos/changesInfo1.xml" ContentType="application/vnd.ms-powerpoint.changesinfo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7"/>
  </p:notesMasterIdLst>
  <p:handoutMasterIdLst>
    <p:handoutMasterId r:id="rId8"/>
  </p:handoutMasterIdLst>
  <p:sldIdLst>
    <p:sldId id="312" r:id="rId5"/>
    <p:sldId id="322" r:id="rId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00A3E-E291-A8FB-DACA-C36CD411979C}" v="3" dt="2024-07-30T02:14:59.314"/>
    <p1510:client id="{C801CABC-9808-07DA-065E-C07C959EFBB1}" v="352" dt="2024-07-30T02:12:33.164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 autoAdjust="0"/>
    <p:restoredTop sz="95388" autoAdjust="0"/>
  </p:normalViewPr>
  <p:slideViewPr>
    <p:cSldViewPr snapToGrid="0" snapToObjects="1">
      <p:cViewPr varScale="1">
        <p:scale>
          <a:sx n="111" d="100"/>
          <a:sy n="111" d="100"/>
        </p:scale>
        <p:origin x="726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as Calderon" userId="S::tomas.calderon@utp.ac.pa::930f39b6-ddee-4e88-91cf-c57e31f8944b" providerId="AD" clId="Web-{2B900A3E-E291-A8FB-DACA-C36CD411979C}"/>
    <pc:docChg chg="modSld">
      <pc:chgData name="Tomas Calderon" userId="S::tomas.calderon@utp.ac.pa::930f39b6-ddee-4e88-91cf-c57e31f8944b" providerId="AD" clId="Web-{2B900A3E-E291-A8FB-DACA-C36CD411979C}" dt="2024-07-30T02:14:59.314" v="2" actId="20577"/>
      <pc:docMkLst>
        <pc:docMk/>
      </pc:docMkLst>
      <pc:sldChg chg="modSp">
        <pc:chgData name="Tomas Calderon" userId="S::tomas.calderon@utp.ac.pa::930f39b6-ddee-4e88-91cf-c57e31f8944b" providerId="AD" clId="Web-{2B900A3E-E291-A8FB-DACA-C36CD411979C}" dt="2024-07-30T02:14:59.314" v="2" actId="20577"/>
        <pc:sldMkLst>
          <pc:docMk/>
          <pc:sldMk cId="2202437675" sldId="312"/>
        </pc:sldMkLst>
        <pc:spChg chg="mod">
          <ac:chgData name="Tomas Calderon" userId="S::tomas.calderon@utp.ac.pa::930f39b6-ddee-4e88-91cf-c57e31f8944b" providerId="AD" clId="Web-{2B900A3E-E291-A8FB-DACA-C36CD411979C}" dt="2024-07-30T02:14:59.314" v="2" actId="20577"/>
          <ac:spMkLst>
            <pc:docMk/>
            <pc:sldMk cId="2202437675" sldId="312"/>
            <ac:spMk id="2" creationId="{4207FF65-A536-F639-8591-ED024C22330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="" xmlns:a16="http://schemas.microsoft.com/office/drawing/2014/main" id="{BA5D5A72-CB6F-F8DE-E2C9-90459C8C3D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E66FD7FF-2869-7902-36B2-2B229AB9AB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B1457C88-4472-81CF-02AF-4421E0A308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75923D9E-9381-3D11-B31A-1BF5C97F35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=""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F297964-0B81-31DC-6D6D-1414832238B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=""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=""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="" xmlns:a16="http://schemas.microsoft.com/office/drawing/2014/main" id="{EFFAEAD9-58A9-096B-C6D0-58F7AD08EB2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537D12D-0FCA-3396-988D-452D3D526E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1710CE8-8A83-C0D3-623E-AFCC6C6A29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7AA66C80-37C3-6D28-7564-733A30B2CD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="" xmlns:a16="http://schemas.microsoft.com/office/drawing/2014/main" id="{D9DB7C23-E0CF-A75F-BFFD-4E7679AF4AD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="" xmlns:a16="http://schemas.microsoft.com/office/drawing/2014/main" id="{4D62A0CC-A0CE-403A-A167-27225B2C608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="" xmlns:a16="http://schemas.microsoft.com/office/drawing/2014/main" id="{F8AD83DA-A293-6D56-F606-7C98C403A3F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86F8B46B-EF6E-BC12-09E2-0F3B779197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5D7B4F11-E150-473B-98F5-6E6AC96468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="" xmlns:a16="http://schemas.microsoft.com/office/drawing/2014/main" id="{A8E2FA61-C047-21BB-AA50-F84AD76854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="" xmlns:a16="http://schemas.microsoft.com/office/drawing/2014/main" id="{1A2791BA-760E-9FA5-8743-D0B699FC98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=""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="" xmlns:a16="http://schemas.microsoft.com/office/drawing/2014/main" id="{2A3EC91E-4089-D366-06D3-3E66F93DFAF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="" xmlns:a16="http://schemas.microsoft.com/office/drawing/2014/main" id="{70F595E1-C910-3710-90E9-AF5FFCE058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="" xmlns:a16="http://schemas.microsoft.com/office/drawing/2014/main" id="{AA39EF58-54F1-4AC9-1D83-2E7DEEAAEA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="" xmlns:a16="http://schemas.microsoft.com/office/drawing/2014/main" id="{0C320934-59CC-4123-C7C1-FEEE89F304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="" xmlns:a16="http://schemas.microsoft.com/office/drawing/2014/main" id="{EC46DC71-C12A-96C8-3FE2-AA95AB58B3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=""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=""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=""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="" xmlns:a16="http://schemas.microsoft.com/office/drawing/2014/main" id="{CD2D664E-6702-6607-A37E-2E99614491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="" xmlns:a16="http://schemas.microsoft.com/office/drawing/2014/main" id="{951C5737-DF7E-D671-AC74-9E488335BC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="" xmlns:a16="http://schemas.microsoft.com/office/drawing/2014/main" id="{F232A1E1-DD38-15EA-6CA1-A84950EC43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="" xmlns:a16="http://schemas.microsoft.com/office/drawing/2014/main" id="{B9036D42-A06F-E6EE-BB91-8BAF045198B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="" xmlns:a16="http://schemas.microsoft.com/office/drawing/2014/main" id="{86E0540C-3355-A50D-AC61-047B54B70C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=""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=""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="" xmlns:a16="http://schemas.microsoft.com/office/drawing/2014/main" id="{3C7B0BB3-A5CA-7C72-DC39-AD00EC9096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="" xmlns:a16="http://schemas.microsoft.com/office/drawing/2014/main" id="{07871527-68A5-0A5C-F5A6-A80523BAC9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="" xmlns:a16="http://schemas.microsoft.com/office/drawing/2014/main" id="{CEB118B3-9B06-AD11-738A-7A0651F98B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="" xmlns:a16="http://schemas.microsoft.com/office/drawing/2014/main" id="{0EA94262-504E-06F2-F383-E832C37B12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=""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=""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=""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=""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376CF4B8-1811-BD21-43A7-560AC4724F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30B7B4F0-D3BC-63DF-6429-F771BE5A32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=""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B9152F76-E42E-3D76-6BDB-2FA0D69216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="" xmlns:a16="http://schemas.microsoft.com/office/drawing/2014/main" id="{ED0348C7-D83F-0AD7-2539-41219A79569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="" xmlns:a16="http://schemas.microsoft.com/office/drawing/2014/main" id="{E911AA2D-BE77-278D-CD2E-2EB3E180F3B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="" xmlns:a16="http://schemas.microsoft.com/office/drawing/2014/main" id="{B6CE0BA6-C0FD-AC39-6C31-8477E0CAFDB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="" xmlns:a16="http://schemas.microsoft.com/office/drawing/2014/main" id="{666AD1A4-36DE-12F3-BB78-BA678A59572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=""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28259CF0-6BC5-3693-6F49-C4489C07C3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="" xmlns:a16="http://schemas.microsoft.com/office/drawing/2014/main" id="{9019DA73-2516-F3D2-ECDB-620C90483D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="" xmlns:a16="http://schemas.microsoft.com/office/drawing/2014/main" id="{5665DA82-D253-8EC5-5DFB-F0266ED9FB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="" xmlns:a16="http://schemas.microsoft.com/office/drawing/2014/main" id="{A8B7F1F1-806C-8D65-7340-220A0C4653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E76518D4-6149-BA03-3BE5-6A13A792C1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=""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=""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D014917C-8694-B4A4-A211-0F31F00E24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="" xmlns:a16="http://schemas.microsoft.com/office/drawing/2014/main" id="{A7DB6972-BB75-254A-BA88-C0C3E6E93B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="" xmlns:a16="http://schemas.microsoft.com/office/drawing/2014/main" id="{790E862E-398F-571C-EC2C-3D17164DE0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=""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=""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="" xmlns:a16="http://schemas.microsoft.com/office/drawing/2014/main" id="{D5595DD5-43B0-252F-8BC6-6B74340C5B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="" xmlns:a16="http://schemas.microsoft.com/office/drawing/2014/main" id="{BC3A3767-6C5E-8188-0A49-955BBACE37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=""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=""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=""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="" xmlns:a16="http://schemas.microsoft.com/office/drawing/2014/main" id="{C6639AD7-128F-B39D-B45F-0F22A2C6D6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="" xmlns:a16="http://schemas.microsoft.com/office/drawing/2014/main" id="{48479A23-C29C-C711-510C-05B69B8822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="" xmlns:a16="http://schemas.microsoft.com/office/drawing/2014/main" id="{F3DC42FA-4B8F-2EFC-CAB4-1CCAB93BEB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376CF4B8-1811-BD21-43A7-560AC4724F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30B7B4F0-D3BC-63DF-6429-F771BE5A32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=""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=""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AEF1F750-031C-BDB7-BD7B-9CBE17406F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="" xmlns:a16="http://schemas.microsoft.com/office/drawing/2014/main" id="{FEB515B5-2D9F-58E1-6E3C-CCBF105D89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="" xmlns:a16="http://schemas.microsoft.com/office/drawing/2014/main" id="{5CCFEDF9-5B69-87BA-8A33-35033DA4013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="" xmlns:a16="http://schemas.microsoft.com/office/drawing/2014/main" id="{2C6B5F91-ABF5-D0B6-E43F-40CEDC3A6D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="" xmlns:a16="http://schemas.microsoft.com/office/drawing/2014/main" id="{A52D64F1-27B6-A1E5-4F44-A6029FAB30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A626DE4B-D4E5-B36A-89FA-7C0E87AFC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95243571-BE64-3777-F992-88FC43A6053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ADFAE2CB-0EAD-E788-FCB7-FB12F69391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CAA6B609-D718-DB49-892F-7E49376CC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6508" y="-181810"/>
            <a:ext cx="8333363" cy="4808881"/>
          </a:xfrm>
        </p:spPr>
        <p:txBody>
          <a:bodyPr anchor="ctr"/>
          <a:lstStyle/>
          <a:p>
            <a:r>
              <a:rPr lang="en-US" dirty="0"/>
              <a:t>Desarrollo de software </a:t>
            </a:r>
            <a:r>
              <a:rPr lang="en-US" dirty="0" smtClean="0"/>
              <a:t>VII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Mgtr</a:t>
            </a:r>
            <a:r>
              <a:rPr lang="en-US" dirty="0"/>
              <a:t>. </a:t>
            </a:r>
            <a:r>
              <a:rPr lang="en-US" dirty="0" err="1"/>
              <a:t>tomás</a:t>
            </a:r>
            <a:r>
              <a:rPr lang="en-US" dirty="0"/>
              <a:t> </a:t>
            </a:r>
            <a:r>
              <a:rPr lang="en-US" dirty="0" err="1"/>
              <a:t>calderón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777" y="697840"/>
            <a:ext cx="10511627" cy="1012785"/>
          </a:xfrm>
        </p:spPr>
        <p:txBody>
          <a:bodyPr/>
          <a:lstStyle/>
          <a:p>
            <a:r>
              <a:rPr lang="en-US" dirty="0" err="1"/>
              <a:t>Evaluación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=""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43913930"/>
              </p:ext>
            </p:extLst>
          </p:nvPr>
        </p:nvGraphicFramePr>
        <p:xfrm>
          <a:off x="3243532" y="1870464"/>
          <a:ext cx="5878316" cy="460653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39158">
                  <a:extLst>
                    <a:ext uri="{9D8B030D-6E8A-4147-A177-3AD203B41FA5}">
                      <a16:colId xmlns="" xmlns:a16="http://schemas.microsoft.com/office/drawing/2014/main" val="1764027237"/>
                    </a:ext>
                  </a:extLst>
                </a:gridCol>
                <a:gridCol w="2939158">
                  <a:extLst>
                    <a:ext uri="{9D8B030D-6E8A-4147-A177-3AD203B41FA5}">
                      <a16:colId xmlns="" xmlns:a16="http://schemas.microsoft.com/office/drawing/2014/main" val="778914542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 err="1"/>
                        <a:t>Criterios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Evaluación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Porcentajes</a:t>
                      </a:r>
                      <a:r>
                        <a:rPr lang="en-US" dirty="0"/>
                        <a:t>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 err="1"/>
                        <a:t>Parciales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Semestral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Asignaciones</a:t>
                      </a:r>
                      <a:r>
                        <a:rPr lang="en-US" dirty="0" smtClean="0"/>
                        <a:t> (</a:t>
                      </a:r>
                      <a:r>
                        <a:rPr lang="en-US" dirty="0" err="1" smtClean="0"/>
                        <a:t>Laboratorios,tareas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etc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Proyecto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 err="1"/>
                        <a:t>Portafolio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82318458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Asistencia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66902358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57F1D7237E895408E1CDC5B8278107B" ma:contentTypeVersion="10" ma:contentTypeDescription="Crear nuevo documento." ma:contentTypeScope="" ma:versionID="fde09fbaab07680dfa4d1568911e4787">
  <xsd:schema xmlns:xsd="http://www.w3.org/2001/XMLSchema" xmlns:xs="http://www.w3.org/2001/XMLSchema" xmlns:p="http://schemas.microsoft.com/office/2006/metadata/properties" xmlns:ns2="5e8f54ad-ddc9-466e-becb-47ddc0d2abde" xmlns:ns3="277a641c-123d-4d79-b272-d60a57294ef7" targetNamespace="http://schemas.microsoft.com/office/2006/metadata/properties" ma:root="true" ma:fieldsID="badd5f2953129ad013da0d7b8ca2ba47" ns2:_="" ns3:_="">
    <xsd:import namespace="5e8f54ad-ddc9-466e-becb-47ddc0d2abde"/>
    <xsd:import namespace="277a641c-123d-4d79-b272-d60a57294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f54ad-ddc9-466e-becb-47ddc0d2a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a641c-123d-4d79-b272-d60a57294e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ea4cb33-8525-461c-aebb-08aee7e5a9a5}" ma:internalName="TaxCatchAll" ma:showField="CatchAllData" ma:web="277a641c-123d-4d79-b272-d60a57294e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7a641c-123d-4d79-b272-d60a57294ef7" xsi:nil="true"/>
    <lcf76f155ced4ddcb4097134ff3c332f xmlns="5e8f54ad-ddc9-466e-becb-47ddc0d2abd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53C4C3F-8E26-493A-961E-5EF334451469}"/>
</file>

<file path=customXml/itemProps2.xml><?xml version="1.0" encoding="utf-8"?>
<ds:datastoreItem xmlns:ds="http://schemas.openxmlformats.org/officeDocument/2006/customXml" ds:itemID="{DE99543C-82E8-4821-93BD-5A60BEB423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FA76D1-3C6D-40BC-A42D-496B6EDE8B8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28</Words>
  <Application>Microsoft Office PowerPoint</Application>
  <PresentationFormat>Panorámica</PresentationFormat>
  <Paragraphs>17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Sabon Next LT</vt:lpstr>
      <vt:lpstr>Custom</vt:lpstr>
      <vt:lpstr>Desarrollo de software VII  Mgtr. tomás calderón</vt:lpstr>
      <vt:lpstr>Evaluación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presentation</dc:title>
  <dc:subject/>
  <dc:creator/>
  <cp:lastModifiedBy>TOMAS CALDERON</cp:lastModifiedBy>
  <cp:revision>104</cp:revision>
  <dcterms:created xsi:type="dcterms:W3CDTF">2024-07-30T01:11:52Z</dcterms:created>
  <dcterms:modified xsi:type="dcterms:W3CDTF">2026-03-26T13:46:15Z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0x010100557F1D7237E895408E1CDC5B8278107B</vt:lpwstr>
  </property>
</Properties>
</file>