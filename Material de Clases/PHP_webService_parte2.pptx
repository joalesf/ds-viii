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2.xml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ustomXml" Target="../customXml/item3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7F1D7237E895408E1CDC5B8278107B" ma:contentTypeVersion="10" ma:contentTypeDescription="Create a new document." ma:contentTypeScope="" ma:versionID="05168caa4bb580feadc711c70bcd4c65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fddf35eaa53e165d47dcd06e8dddadb3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05FD65D-F3FC-4C6E-B107-5AF8645E807D}"/>
</file>

<file path=customXml/itemProps2.xml><?xml version="1.0" encoding="utf-8"?>
<ds:datastoreItem xmlns:ds="http://schemas.openxmlformats.org/officeDocument/2006/customXml" ds:itemID="{5F078CC7-5EF0-4F44-B254-BF3EA02DA31F}"/>
</file>

<file path=customXml/itemProps3.xml><?xml version="1.0" encoding="utf-8"?>
<ds:datastoreItem xmlns:ds="http://schemas.openxmlformats.org/officeDocument/2006/customXml" ds:itemID="{A9C0ED88-24E4-4C66-9FA6-525AF673519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</Properties>
</file>