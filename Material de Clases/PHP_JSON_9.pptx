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D9C74-9553-4B34-B5E8-F55EEA89F22A}" v="5" dt="2026-05-27T00:07:06.507"/>
    <p1510:client id="{3880F5C1-F29C-437A-ADCA-62C82ACBF42A}" v="12" dt="2026-05-27T00:09:30.091"/>
    <p1510:client id="{7D5D7721-E40D-486F-83F2-B267972DB5DD}" v="14" dt="2026-05-27T00:51:51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LENI BARRIA" userId="S::marleni.barria@utp.ac.pa::f99276d9-1ce7-4b64-ade6-8136399ad262" providerId="AD" clId="Web-{3880F5C1-F29C-437A-ADCA-62C82ACBF42A}"/>
    <pc:docChg chg="modSld">
      <pc:chgData name="MARLENI BARRIA" userId="S::marleni.barria@utp.ac.pa::f99276d9-1ce7-4b64-ade6-8136399ad262" providerId="AD" clId="Web-{3880F5C1-F29C-437A-ADCA-62C82ACBF42A}" dt="2026-05-27T00:09:30.091" v="11" actId="1076"/>
      <pc:docMkLst>
        <pc:docMk/>
      </pc:docMkLst>
      <pc:sldChg chg="modSp">
        <pc:chgData name="MARLENI BARRIA" userId="S::marleni.barria@utp.ac.pa::f99276d9-1ce7-4b64-ade6-8136399ad262" providerId="AD" clId="Web-{3880F5C1-F29C-437A-ADCA-62C82ACBF42A}" dt="2026-05-27T00:05:25.224" v="0" actId="1076"/>
        <pc:sldMkLst>
          <pc:docMk/>
          <pc:sldMk cId="0" sldId="257"/>
        </pc:sldMkLst>
        <pc:picChg chg="mod">
          <ac:chgData name="MARLENI BARRIA" userId="S::marleni.barria@utp.ac.pa::f99276d9-1ce7-4b64-ade6-8136399ad262" providerId="AD" clId="Web-{3880F5C1-F29C-437A-ADCA-62C82ACBF42A}" dt="2026-05-27T00:05:25.224" v="0" actId="1076"/>
          <ac:picMkLst>
            <pc:docMk/>
            <pc:sldMk cId="0" sldId="257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5:48.662" v="2" actId="1076"/>
        <pc:sldMkLst>
          <pc:docMk/>
          <pc:sldMk cId="0" sldId="258"/>
        </pc:sldMkLst>
        <pc:picChg chg="mod">
          <ac:chgData name="MARLENI BARRIA" userId="S::marleni.barria@utp.ac.pa::f99276d9-1ce7-4b64-ade6-8136399ad262" providerId="AD" clId="Web-{3880F5C1-F29C-437A-ADCA-62C82ACBF42A}" dt="2026-05-27T00:05:48.662" v="2" actId="1076"/>
          <ac:picMkLst>
            <pc:docMk/>
            <pc:sldMk cId="0" sldId="258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6:40.101" v="3" actId="1076"/>
        <pc:sldMkLst>
          <pc:docMk/>
          <pc:sldMk cId="0" sldId="261"/>
        </pc:sldMkLst>
        <pc:picChg chg="mod">
          <ac:chgData name="MARLENI BARRIA" userId="S::marleni.barria@utp.ac.pa::f99276d9-1ce7-4b64-ade6-8136399ad262" providerId="AD" clId="Web-{3880F5C1-F29C-437A-ADCA-62C82ACBF42A}" dt="2026-05-27T00:06:40.101" v="3" actId="1076"/>
          <ac:picMkLst>
            <pc:docMk/>
            <pc:sldMk cId="0" sldId="261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7:13.384" v="4" actId="1076"/>
        <pc:sldMkLst>
          <pc:docMk/>
          <pc:sldMk cId="0" sldId="262"/>
        </pc:sldMkLst>
        <pc:picChg chg="mod">
          <ac:chgData name="MARLENI BARRIA" userId="S::marleni.barria@utp.ac.pa::f99276d9-1ce7-4b64-ade6-8136399ad262" providerId="AD" clId="Web-{3880F5C1-F29C-437A-ADCA-62C82ACBF42A}" dt="2026-05-27T00:07:13.384" v="4" actId="1076"/>
          <ac:picMkLst>
            <pc:docMk/>
            <pc:sldMk cId="0" sldId="262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7:40.931" v="5" actId="1076"/>
        <pc:sldMkLst>
          <pc:docMk/>
          <pc:sldMk cId="0" sldId="263"/>
        </pc:sldMkLst>
        <pc:picChg chg="mod">
          <ac:chgData name="MARLENI BARRIA" userId="S::marleni.barria@utp.ac.pa::f99276d9-1ce7-4b64-ade6-8136399ad262" providerId="AD" clId="Web-{3880F5C1-F29C-437A-ADCA-62C82ACBF42A}" dt="2026-05-27T00:07:40.931" v="5" actId="1076"/>
          <ac:picMkLst>
            <pc:docMk/>
            <pc:sldMk cId="0" sldId="263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7:58.682" v="6" actId="1076"/>
        <pc:sldMkLst>
          <pc:docMk/>
          <pc:sldMk cId="0" sldId="264"/>
        </pc:sldMkLst>
        <pc:picChg chg="mod">
          <ac:chgData name="MARLENI BARRIA" userId="S::marleni.barria@utp.ac.pa::f99276d9-1ce7-4b64-ade6-8136399ad262" providerId="AD" clId="Web-{3880F5C1-F29C-437A-ADCA-62C82ACBF42A}" dt="2026-05-27T00:07:58.682" v="6" actId="1076"/>
          <ac:picMkLst>
            <pc:docMk/>
            <pc:sldMk cId="0" sldId="264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8:25.448" v="7" actId="1076"/>
        <pc:sldMkLst>
          <pc:docMk/>
          <pc:sldMk cId="0" sldId="265"/>
        </pc:sldMkLst>
        <pc:picChg chg="mod">
          <ac:chgData name="MARLENI BARRIA" userId="S::marleni.barria@utp.ac.pa::f99276d9-1ce7-4b64-ade6-8136399ad262" providerId="AD" clId="Web-{3880F5C1-F29C-437A-ADCA-62C82ACBF42A}" dt="2026-05-27T00:08:25.448" v="7" actId="1076"/>
          <ac:picMkLst>
            <pc:docMk/>
            <pc:sldMk cId="0" sldId="265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8:39.621" v="8" actId="1076"/>
        <pc:sldMkLst>
          <pc:docMk/>
          <pc:sldMk cId="0" sldId="266"/>
        </pc:sldMkLst>
        <pc:picChg chg="mod">
          <ac:chgData name="MARLENI BARRIA" userId="S::marleni.barria@utp.ac.pa::f99276d9-1ce7-4b64-ade6-8136399ad262" providerId="AD" clId="Web-{3880F5C1-F29C-437A-ADCA-62C82ACBF42A}" dt="2026-05-27T00:08:39.621" v="8" actId="1076"/>
          <ac:picMkLst>
            <pc:docMk/>
            <pc:sldMk cId="0" sldId="266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8:50.777" v="9" actId="1076"/>
        <pc:sldMkLst>
          <pc:docMk/>
          <pc:sldMk cId="0" sldId="267"/>
        </pc:sldMkLst>
        <pc:picChg chg="mod">
          <ac:chgData name="MARLENI BARRIA" userId="S::marleni.barria@utp.ac.pa::f99276d9-1ce7-4b64-ade6-8136399ad262" providerId="AD" clId="Web-{3880F5C1-F29C-437A-ADCA-62C82ACBF42A}" dt="2026-05-27T00:08:50.777" v="9" actId="1076"/>
          <ac:picMkLst>
            <pc:docMk/>
            <pc:sldMk cId="0" sldId="267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9:08.434" v="10" actId="1076"/>
        <pc:sldMkLst>
          <pc:docMk/>
          <pc:sldMk cId="0" sldId="268"/>
        </pc:sldMkLst>
        <pc:picChg chg="mod">
          <ac:chgData name="MARLENI BARRIA" userId="S::marleni.barria@utp.ac.pa::f99276d9-1ce7-4b64-ade6-8136399ad262" providerId="AD" clId="Web-{3880F5C1-F29C-437A-ADCA-62C82ACBF42A}" dt="2026-05-27T00:09:08.434" v="10" actId="1076"/>
          <ac:picMkLst>
            <pc:docMk/>
            <pc:sldMk cId="0" sldId="268"/>
            <ac:picMk id="2" creationId="{00000000-0000-0000-0000-000000000000}"/>
          </ac:picMkLst>
        </pc:picChg>
      </pc:sldChg>
      <pc:sldChg chg="modSp">
        <pc:chgData name="MARLENI BARRIA" userId="S::marleni.barria@utp.ac.pa::f99276d9-1ce7-4b64-ade6-8136399ad262" providerId="AD" clId="Web-{3880F5C1-F29C-437A-ADCA-62C82ACBF42A}" dt="2026-05-27T00:09:30.091" v="11" actId="1076"/>
        <pc:sldMkLst>
          <pc:docMk/>
          <pc:sldMk cId="0" sldId="269"/>
        </pc:sldMkLst>
        <pc:picChg chg="mod">
          <ac:chgData name="MARLENI BARRIA" userId="S::marleni.barria@utp.ac.pa::f99276d9-1ce7-4b64-ade6-8136399ad262" providerId="AD" clId="Web-{3880F5C1-F29C-437A-ADCA-62C82ACBF42A}" dt="2026-05-27T00:09:30.091" v="11" actId="1076"/>
          <ac:picMkLst>
            <pc:docMk/>
            <pc:sldMk cId="0" sldId="269"/>
            <ac:picMk id="2" creationId="{00000000-0000-0000-0000-000000000000}"/>
          </ac:picMkLst>
        </pc:picChg>
      </pc:sldChg>
    </pc:docChg>
  </pc:docChgLst>
  <pc:docChgLst>
    <pc:chgData name="MIGUEL CABALLERO" userId="S::miguel.caballero3@utp.ac.pa::df60ba56-f800-4225-800b-c1345924ef43" providerId="AD" clId="Web-{129D9C74-9553-4B34-B5E8-F55EEA89F22A}"/>
    <pc:docChg chg="modSld">
      <pc:chgData name="MIGUEL CABALLERO" userId="S::miguel.caballero3@utp.ac.pa::df60ba56-f800-4225-800b-c1345924ef43" providerId="AD" clId="Web-{129D9C74-9553-4B34-B5E8-F55EEA89F22A}" dt="2026-05-27T00:07:06.507" v="4" actId="1076"/>
      <pc:docMkLst>
        <pc:docMk/>
      </pc:docMkLst>
      <pc:sldChg chg="modSp">
        <pc:chgData name="MIGUEL CABALLERO" userId="S::miguel.caballero3@utp.ac.pa::df60ba56-f800-4225-800b-c1345924ef43" providerId="AD" clId="Web-{129D9C74-9553-4B34-B5E8-F55EEA89F22A}" dt="2026-05-27T00:06:04.753" v="1" actId="1076"/>
        <pc:sldMkLst>
          <pc:docMk/>
          <pc:sldMk cId="0" sldId="257"/>
        </pc:sldMkLst>
        <pc:picChg chg="mod">
          <ac:chgData name="MIGUEL CABALLERO" userId="S::miguel.caballero3@utp.ac.pa::df60ba56-f800-4225-800b-c1345924ef43" providerId="AD" clId="Web-{129D9C74-9553-4B34-B5E8-F55EEA89F22A}" dt="2026-05-27T00:06:04.753" v="1" actId="1076"/>
          <ac:picMkLst>
            <pc:docMk/>
            <pc:sldMk cId="0" sldId="257"/>
            <ac:picMk id="2" creationId="{00000000-0000-0000-0000-000000000000}"/>
          </ac:picMkLst>
        </pc:picChg>
      </pc:sldChg>
      <pc:sldChg chg="modSp">
        <pc:chgData name="MIGUEL CABALLERO" userId="S::miguel.caballero3@utp.ac.pa::df60ba56-f800-4225-800b-c1345924ef43" providerId="AD" clId="Web-{129D9C74-9553-4B34-B5E8-F55EEA89F22A}" dt="2026-05-27T00:06:15.129" v="3" actId="1076"/>
        <pc:sldMkLst>
          <pc:docMk/>
          <pc:sldMk cId="0" sldId="258"/>
        </pc:sldMkLst>
        <pc:picChg chg="mod">
          <ac:chgData name="MIGUEL CABALLERO" userId="S::miguel.caballero3@utp.ac.pa::df60ba56-f800-4225-800b-c1345924ef43" providerId="AD" clId="Web-{129D9C74-9553-4B34-B5E8-F55EEA89F22A}" dt="2026-05-27T00:06:15.129" v="3" actId="1076"/>
          <ac:picMkLst>
            <pc:docMk/>
            <pc:sldMk cId="0" sldId="258"/>
            <ac:picMk id="2" creationId="{00000000-0000-0000-0000-000000000000}"/>
          </ac:picMkLst>
        </pc:picChg>
      </pc:sldChg>
      <pc:sldChg chg="modSp">
        <pc:chgData name="MIGUEL CABALLERO" userId="S::miguel.caballero3@utp.ac.pa::df60ba56-f800-4225-800b-c1345924ef43" providerId="AD" clId="Web-{129D9C74-9553-4B34-B5E8-F55EEA89F22A}" dt="2026-05-27T00:07:06.507" v="4" actId="1076"/>
        <pc:sldMkLst>
          <pc:docMk/>
          <pc:sldMk cId="0" sldId="261"/>
        </pc:sldMkLst>
        <pc:picChg chg="mod">
          <ac:chgData name="MIGUEL CABALLERO" userId="S::miguel.caballero3@utp.ac.pa::df60ba56-f800-4225-800b-c1345924ef43" providerId="AD" clId="Web-{129D9C74-9553-4B34-B5E8-F55EEA89F22A}" dt="2026-05-27T00:07:06.507" v="4" actId="1076"/>
          <ac:picMkLst>
            <pc:docMk/>
            <pc:sldMk cId="0" sldId="261"/>
            <ac:picMk id="2" creationId="{00000000-0000-0000-0000-000000000000}"/>
          </ac:picMkLst>
        </pc:picChg>
      </pc:sldChg>
    </pc:docChg>
  </pc:docChgLst>
  <pc:docChgLst>
    <pc:chgData name="MIGUEL CABALLERO" userId="S::miguel.caballero3@utp.ac.pa::df60ba56-f800-4225-800b-c1345924ef43" providerId="AD" clId="Web-{7D5D7721-E40D-486F-83F2-B267972DB5DD}"/>
    <pc:docChg chg="modSld">
      <pc:chgData name="MIGUEL CABALLERO" userId="S::miguel.caballero3@utp.ac.pa::df60ba56-f800-4225-800b-c1345924ef43" providerId="AD" clId="Web-{7D5D7721-E40D-486F-83F2-B267972DB5DD}" dt="2026-05-27T00:51:51.507" v="13" actId="1076"/>
      <pc:docMkLst>
        <pc:docMk/>
      </pc:docMkLst>
      <pc:sldChg chg="modSp">
        <pc:chgData name="MIGUEL CABALLERO" userId="S::miguel.caballero3@utp.ac.pa::df60ba56-f800-4225-800b-c1345924ef43" providerId="AD" clId="Web-{7D5D7721-E40D-486F-83F2-B267972DB5DD}" dt="2026-05-27T00:22:49.866" v="7" actId="1076"/>
        <pc:sldMkLst>
          <pc:docMk/>
          <pc:sldMk cId="0" sldId="262"/>
        </pc:sldMkLst>
        <pc:picChg chg="mod">
          <ac:chgData name="MIGUEL CABALLERO" userId="S::miguel.caballero3@utp.ac.pa::df60ba56-f800-4225-800b-c1345924ef43" providerId="AD" clId="Web-{7D5D7721-E40D-486F-83F2-B267972DB5DD}" dt="2026-05-27T00:22:49.866" v="7" actId="1076"/>
          <ac:picMkLst>
            <pc:docMk/>
            <pc:sldMk cId="0" sldId="262"/>
            <ac:picMk id="2" creationId="{00000000-0000-0000-0000-000000000000}"/>
          </ac:picMkLst>
        </pc:picChg>
      </pc:sldChg>
      <pc:sldChg chg="modSp">
        <pc:chgData name="MIGUEL CABALLERO" userId="S::miguel.caballero3@utp.ac.pa::df60ba56-f800-4225-800b-c1345924ef43" providerId="AD" clId="Web-{7D5D7721-E40D-486F-83F2-B267972DB5DD}" dt="2026-05-27T00:23:40.197" v="8" actId="1076"/>
        <pc:sldMkLst>
          <pc:docMk/>
          <pc:sldMk cId="0" sldId="263"/>
        </pc:sldMkLst>
        <pc:picChg chg="mod">
          <ac:chgData name="MIGUEL CABALLERO" userId="S::miguel.caballero3@utp.ac.pa::df60ba56-f800-4225-800b-c1345924ef43" providerId="AD" clId="Web-{7D5D7721-E40D-486F-83F2-B267972DB5DD}" dt="2026-05-27T00:23:40.197" v="8" actId="1076"/>
          <ac:picMkLst>
            <pc:docMk/>
            <pc:sldMk cId="0" sldId="263"/>
            <ac:picMk id="2" creationId="{00000000-0000-0000-0000-000000000000}"/>
          </ac:picMkLst>
        </pc:picChg>
      </pc:sldChg>
      <pc:sldChg chg="modSp">
        <pc:chgData name="MIGUEL CABALLERO" userId="S::miguel.caballero3@utp.ac.pa::df60ba56-f800-4225-800b-c1345924ef43" providerId="AD" clId="Web-{7D5D7721-E40D-486F-83F2-B267972DB5DD}" dt="2026-05-27T00:51:51.507" v="13" actId="1076"/>
        <pc:sldMkLst>
          <pc:docMk/>
          <pc:sldMk cId="0" sldId="264"/>
        </pc:sldMkLst>
        <pc:picChg chg="mod">
          <ac:chgData name="MIGUEL CABALLERO" userId="S::miguel.caballero3@utp.ac.pa::df60ba56-f800-4225-800b-c1345924ef43" providerId="AD" clId="Web-{7D5D7721-E40D-486F-83F2-B267972DB5DD}" dt="2026-05-27T00:51:51.507" v="13" actId="1076"/>
          <ac:picMkLst>
            <pc:docMk/>
            <pc:sldMk cId="0" sldId="264"/>
            <ac:picMk id="2" creationId="{00000000-0000-0000-0000-000000000000}"/>
          </ac:picMkLst>
        </pc:picChg>
      </pc:sldChg>
      <pc:sldChg chg="modSp">
        <pc:chgData name="MIGUEL CABALLERO" userId="S::miguel.caballero3@utp.ac.pa::df60ba56-f800-4225-800b-c1345924ef43" providerId="AD" clId="Web-{7D5D7721-E40D-486F-83F2-B267972DB5DD}" dt="2026-05-27T00:34:49.024" v="12" actId="1076"/>
        <pc:sldMkLst>
          <pc:docMk/>
          <pc:sldMk cId="0" sldId="265"/>
        </pc:sldMkLst>
        <pc:picChg chg="mod">
          <ac:chgData name="MIGUEL CABALLERO" userId="S::miguel.caballero3@utp.ac.pa::df60ba56-f800-4225-800b-c1345924ef43" providerId="AD" clId="Web-{7D5D7721-E40D-486F-83F2-B267972DB5DD}" dt="2026-05-27T00:34:49.024" v="12" actId="1076"/>
          <ac:picMkLst>
            <pc:docMk/>
            <pc:sldMk cId="0" sldId="265"/>
            <ac:picMk id="2" creationId="{00000000-0000-0000-0000-000000000000}"/>
          </ac:picMkLst>
        </pc:picChg>
      </pc:sldChg>
      <pc:sldChg chg="modSp">
        <pc:chgData name="MIGUEL CABALLERO" userId="S::miguel.caballero3@utp.ac.pa::df60ba56-f800-4225-800b-c1345924ef43" providerId="AD" clId="Web-{7D5D7721-E40D-486F-83F2-B267972DB5DD}" dt="2026-05-27T00:33:38.817" v="11" actId="1076"/>
        <pc:sldMkLst>
          <pc:docMk/>
          <pc:sldMk cId="0" sldId="266"/>
        </pc:sldMkLst>
        <pc:picChg chg="mod">
          <ac:chgData name="MIGUEL CABALLERO" userId="S::miguel.caballero3@utp.ac.pa::df60ba56-f800-4225-800b-c1345924ef43" providerId="AD" clId="Web-{7D5D7721-E40D-486F-83F2-B267972DB5DD}" dt="2026-05-27T00:33:38.817" v="11" actId="1076"/>
          <ac:picMkLst>
            <pc:docMk/>
            <pc:sldMk cId="0" sldId="266"/>
            <ac:picMk id="2" creationId="{00000000-0000-0000-0000-000000000000}"/>
          </ac:picMkLst>
        </pc:picChg>
      </pc:sldChg>
      <pc:sldChg chg="modSp">
        <pc:chgData name="MIGUEL CABALLERO" userId="S::miguel.caballero3@utp.ac.pa::df60ba56-f800-4225-800b-c1345924ef43" providerId="AD" clId="Web-{7D5D7721-E40D-486F-83F2-B267972DB5DD}" dt="2026-05-27T00:16:40.474" v="4" actId="1076"/>
        <pc:sldMkLst>
          <pc:docMk/>
          <pc:sldMk cId="0" sldId="267"/>
        </pc:sldMkLst>
        <pc:picChg chg="mod">
          <ac:chgData name="MIGUEL CABALLERO" userId="S::miguel.caballero3@utp.ac.pa::df60ba56-f800-4225-800b-c1345924ef43" providerId="AD" clId="Web-{7D5D7721-E40D-486F-83F2-B267972DB5DD}" dt="2026-05-27T00:16:40.474" v="4" actId="1076"/>
          <ac:picMkLst>
            <pc:docMk/>
            <pc:sldMk cId="0" sldId="267"/>
            <ac:picMk id="2" creationId="{00000000-0000-0000-0000-000000000000}"/>
          </ac:picMkLst>
        </pc:picChg>
      </pc:sldChg>
      <pc:sldChg chg="modSp">
        <pc:chgData name="MIGUEL CABALLERO" userId="S::miguel.caballero3@utp.ac.pa::df60ba56-f800-4225-800b-c1345924ef43" providerId="AD" clId="Web-{7D5D7721-E40D-486F-83F2-B267972DB5DD}" dt="2026-05-27T00:18:43.027" v="5" actId="1076"/>
        <pc:sldMkLst>
          <pc:docMk/>
          <pc:sldMk cId="0" sldId="268"/>
        </pc:sldMkLst>
        <pc:picChg chg="mod">
          <ac:chgData name="MIGUEL CABALLERO" userId="S::miguel.caballero3@utp.ac.pa::df60ba56-f800-4225-800b-c1345924ef43" providerId="AD" clId="Web-{7D5D7721-E40D-486F-83F2-B267972DB5DD}" dt="2026-05-27T00:18:43.027" v="5" actId="1076"/>
          <ac:picMkLst>
            <pc:docMk/>
            <pc:sldMk cId="0" sldId="268"/>
            <ac:picMk id="2" creationId="{00000000-0000-0000-0000-000000000000}"/>
          </ac:picMkLst>
        </pc:picChg>
      </pc:sldChg>
      <pc:sldChg chg="modSp">
        <pc:chgData name="MIGUEL CABALLERO" userId="S::miguel.caballero3@utp.ac.pa::df60ba56-f800-4225-800b-c1345924ef43" providerId="AD" clId="Web-{7D5D7721-E40D-486F-83F2-B267972DB5DD}" dt="2026-05-27T00:18:52.699" v="6" actId="1076"/>
        <pc:sldMkLst>
          <pc:docMk/>
          <pc:sldMk cId="0" sldId="269"/>
        </pc:sldMkLst>
        <pc:picChg chg="mod">
          <ac:chgData name="MIGUEL CABALLERO" userId="S::miguel.caballero3@utp.ac.pa::df60ba56-f800-4225-800b-c1345924ef43" providerId="AD" clId="Web-{7D5D7721-E40D-486F-83F2-B267972DB5DD}" dt="2026-05-27T00:18:52.699" v="6" actId="1076"/>
          <ac:picMkLst>
            <pc:docMk/>
            <pc:sldMk cId="0" sldId="269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7" y="5035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" y="33179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3" y="44032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" y="42165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" y="36408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0" y="44291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4" y="709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2" y="-941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70" y="80173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8" y="71187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" y="3652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57F1D7237E895408E1CDC5B8278107B" ma:contentTypeVersion="10" ma:contentTypeDescription="Crear nuevo documento." ma:contentTypeScope="" ma:versionID="fde09fbaab07680dfa4d1568911e4787">
  <xsd:schema xmlns:xsd="http://www.w3.org/2001/XMLSchema" xmlns:xs="http://www.w3.org/2001/XMLSchema" xmlns:p="http://schemas.microsoft.com/office/2006/metadata/properties" xmlns:ns2="5e8f54ad-ddc9-466e-becb-47ddc0d2abde" xmlns:ns3="277a641c-123d-4d79-b272-d60a57294ef7" targetNamespace="http://schemas.microsoft.com/office/2006/metadata/properties" ma:root="true" ma:fieldsID="badd5f2953129ad013da0d7b8ca2ba47" ns2:_="" ns3:_="">
    <xsd:import namespace="5e8f54ad-ddc9-466e-becb-47ddc0d2abde"/>
    <xsd:import namespace="277a641c-123d-4d79-b272-d60a57294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f54ad-ddc9-466e-becb-47ddc0d2a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a641c-123d-4d79-b272-d60a57294e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ea4cb33-8525-461c-aebb-08aee7e5a9a5}" ma:internalName="TaxCatchAll" ma:showField="CatchAllData" ma:web="277a641c-123d-4d79-b272-d60a57294e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7a641c-123d-4d79-b272-d60a57294ef7" xsi:nil="true"/>
    <lcf76f155ced4ddcb4097134ff3c332f xmlns="5e8f54ad-ddc9-466e-becb-47ddc0d2abd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0FE5BAC-129B-4BC0-BACA-CF5CE0C7F9B1}">
  <ds:schemaRefs>
    <ds:schemaRef ds:uri="277a641c-123d-4d79-b272-d60a57294ef7"/>
    <ds:schemaRef ds:uri="5e8f54ad-ddc9-466e-becb-47ddc0d2ab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543FF5E-D535-4C72-BBA9-0EC66619B1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F52C35-76A3-4A86-89B9-6DB0D100AC9C}">
  <ds:schemaRefs>
    <ds:schemaRef ds:uri="277a641c-123d-4d79-b272-d60a57294ef7"/>
    <ds:schemaRef ds:uri="5e8f54ad-ddc9-466e-becb-47ddc0d2abd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2026-05-27T00:51:52Z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0x010100557F1D7237E895408E1CDC5B8278107B</vt:lpwstr>
  </property>
  <property fmtid="{D5CDD505-2E9C-101B-9397-08002B2CF9AE}" pid="3" name="MediaServiceImageTags">
    <vt:lpwstr/>
  </property>
</Properties>
</file>