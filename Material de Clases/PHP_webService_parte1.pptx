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A42B78-29BD-6B58-81EB-CBD20033DB11}" v="4" dt="2026-06-03T00:28:19.070"/>
    <p1510:client id="{5FB84053-0888-4498-A927-71C880CD2683}" v="1" dt="2026-06-02T23:55:27.794"/>
    <p1510:client id="{6CC92FC4-5E91-4F9C-9544-6FE571A1CBBE}" v="4" dt="2026-06-02T23:33:25.357"/>
    <p1510:client id="{850DED96-5A79-412E-EEDB-736487C9FF3B}" v="1" dt="2026-06-02T23:12:17.861"/>
    <p1510:client id="{8E68BDA7-992D-96A2-26FA-1D47A785B796}" v="4" dt="2026-06-03T00:30:33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CANTO" userId="S::jose.canto6@utp.ac.pa::86e9872a-6b56-4657-a92d-d928e29b8dd6" providerId="AD" clId="Web-{8E68BDA7-992D-96A2-26FA-1D47A785B796}"/>
    <pc:docChg chg="modSld">
      <pc:chgData name="JOSE CANTO" userId="S::jose.canto6@utp.ac.pa::86e9872a-6b56-4657-a92d-d928e29b8dd6" providerId="AD" clId="Web-{8E68BDA7-992D-96A2-26FA-1D47A785B796}" dt="2026-06-03T00:30:33.115" v="3" actId="1076"/>
      <pc:docMkLst>
        <pc:docMk/>
      </pc:docMkLst>
      <pc:sldChg chg="modSp">
        <pc:chgData name="JOSE CANTO" userId="S::jose.canto6@utp.ac.pa::86e9872a-6b56-4657-a92d-d928e29b8dd6" providerId="AD" clId="Web-{8E68BDA7-992D-96A2-26FA-1D47A785B796}" dt="2026-06-02T23:39:16.519" v="0" actId="1076"/>
        <pc:sldMkLst>
          <pc:docMk/>
          <pc:sldMk cId="0" sldId="259"/>
        </pc:sldMkLst>
        <pc:picChg chg="mod">
          <ac:chgData name="JOSE CANTO" userId="S::jose.canto6@utp.ac.pa::86e9872a-6b56-4657-a92d-d928e29b8dd6" providerId="AD" clId="Web-{8E68BDA7-992D-96A2-26FA-1D47A785B796}" dt="2026-06-02T23:39:16.519" v="0" actId="1076"/>
          <ac:picMkLst>
            <pc:docMk/>
            <pc:sldMk cId="0" sldId="259"/>
            <ac:picMk id="2" creationId="{00000000-0000-0000-0000-000000000000}"/>
          </ac:picMkLst>
        </pc:picChg>
      </pc:sldChg>
      <pc:sldChg chg="modSp">
        <pc:chgData name="JOSE CANTO" userId="S::jose.canto6@utp.ac.pa::86e9872a-6b56-4657-a92d-d928e29b8dd6" providerId="AD" clId="Web-{8E68BDA7-992D-96A2-26FA-1D47A785B796}" dt="2026-06-03T00:30:33.115" v="3" actId="1076"/>
        <pc:sldMkLst>
          <pc:docMk/>
          <pc:sldMk cId="0" sldId="264"/>
        </pc:sldMkLst>
        <pc:picChg chg="mod">
          <ac:chgData name="JOSE CANTO" userId="S::jose.canto6@utp.ac.pa::86e9872a-6b56-4657-a92d-d928e29b8dd6" providerId="AD" clId="Web-{8E68BDA7-992D-96A2-26FA-1D47A785B796}" dt="2026-06-03T00:30:33.115" v="3" actId="1076"/>
          <ac:picMkLst>
            <pc:docMk/>
            <pc:sldMk cId="0" sldId="264"/>
            <ac:picMk id="2" creationId="{00000000-0000-0000-0000-000000000000}"/>
          </ac:picMkLst>
        </pc:picChg>
      </pc:sldChg>
    </pc:docChg>
  </pc:docChgLst>
  <pc:docChgLst>
    <pc:chgData name="MIGUEL CABALLERO" userId="S::miguel.caballero3@utp.ac.pa::df60ba56-f800-4225-800b-c1345924ef43" providerId="AD" clId="Web-{5FB84053-0888-4498-A927-71C880CD2683}"/>
    <pc:docChg chg="modSld">
      <pc:chgData name="MIGUEL CABALLERO" userId="S::miguel.caballero3@utp.ac.pa::df60ba56-f800-4225-800b-c1345924ef43" providerId="AD" clId="Web-{5FB84053-0888-4498-A927-71C880CD2683}" dt="2026-06-02T23:55:27.794" v="0" actId="1076"/>
      <pc:docMkLst>
        <pc:docMk/>
      </pc:docMkLst>
      <pc:sldChg chg="modSp">
        <pc:chgData name="MIGUEL CABALLERO" userId="S::miguel.caballero3@utp.ac.pa::df60ba56-f800-4225-800b-c1345924ef43" providerId="AD" clId="Web-{5FB84053-0888-4498-A927-71C880CD2683}" dt="2026-06-02T23:55:27.794" v="0" actId="1076"/>
        <pc:sldMkLst>
          <pc:docMk/>
          <pc:sldMk cId="0" sldId="260"/>
        </pc:sldMkLst>
        <pc:picChg chg="mod">
          <ac:chgData name="MIGUEL CABALLERO" userId="S::miguel.caballero3@utp.ac.pa::df60ba56-f800-4225-800b-c1345924ef43" providerId="AD" clId="Web-{5FB84053-0888-4498-A927-71C880CD2683}" dt="2026-06-02T23:55:27.794" v="0" actId="1076"/>
          <ac:picMkLst>
            <pc:docMk/>
            <pc:sldMk cId="0" sldId="260"/>
            <ac:picMk id="2" creationId="{00000000-0000-0000-0000-000000000000}"/>
          </ac:picMkLst>
        </pc:picChg>
      </pc:sldChg>
    </pc:docChg>
  </pc:docChgLst>
  <pc:docChgLst>
    <pc:chgData name="SANTIAGO OSPINA" userId="S::santiago.ospina@utp.ac.pa::1fb02e42-674b-4464-aa72-58c197420f5a" providerId="AD" clId="Web-{850DED96-5A79-412E-EEDB-736487C9FF3B}"/>
    <pc:docChg chg="modSld">
      <pc:chgData name="SANTIAGO OSPINA" userId="S::santiago.ospina@utp.ac.pa::1fb02e42-674b-4464-aa72-58c197420f5a" providerId="AD" clId="Web-{850DED96-5A79-412E-EEDB-736487C9FF3B}" dt="2026-06-02T23:12:17.861" v="0" actId="1076"/>
      <pc:docMkLst>
        <pc:docMk/>
      </pc:docMkLst>
      <pc:sldChg chg="modSp">
        <pc:chgData name="SANTIAGO OSPINA" userId="S::santiago.ospina@utp.ac.pa::1fb02e42-674b-4464-aa72-58c197420f5a" providerId="AD" clId="Web-{850DED96-5A79-412E-EEDB-736487C9FF3B}" dt="2026-06-02T23:12:17.861" v="0" actId="1076"/>
        <pc:sldMkLst>
          <pc:docMk/>
          <pc:sldMk cId="0" sldId="257"/>
        </pc:sldMkLst>
        <pc:picChg chg="mod">
          <ac:chgData name="SANTIAGO OSPINA" userId="S::santiago.ospina@utp.ac.pa::1fb02e42-674b-4464-aa72-58c197420f5a" providerId="AD" clId="Web-{850DED96-5A79-412E-EEDB-736487C9FF3B}" dt="2026-06-02T23:12:17.861" v="0" actId="1076"/>
          <ac:picMkLst>
            <pc:docMk/>
            <pc:sldMk cId="0" sldId="257"/>
            <ac:picMk id="2" creationId="{00000000-0000-0000-0000-000000000000}"/>
          </ac:picMkLst>
        </pc:picChg>
      </pc:sldChg>
    </pc:docChg>
  </pc:docChgLst>
  <pc:docChgLst>
    <pc:chgData name="BRIAN CONA" userId="b669df00-ff94-4fd8-8e87-54bc9fab3b9f" providerId="ADAL" clId="{736E178F-BE20-47D3-851F-951E4A621691}"/>
    <pc:docChg chg="modSld">
      <pc:chgData name="BRIAN CONA" userId="b669df00-ff94-4fd8-8e87-54bc9fab3b9f" providerId="ADAL" clId="{736E178F-BE20-47D3-851F-951E4A621691}" dt="2026-06-02T23:33:25.357" v="3" actId="1036"/>
      <pc:docMkLst>
        <pc:docMk/>
      </pc:docMkLst>
      <pc:sldChg chg="modSp mod">
        <pc:chgData name="BRIAN CONA" userId="b669df00-ff94-4fd8-8e87-54bc9fab3b9f" providerId="ADAL" clId="{736E178F-BE20-47D3-851F-951E4A621691}" dt="2026-06-02T23:33:25.357" v="3" actId="1036"/>
        <pc:sldMkLst>
          <pc:docMk/>
          <pc:sldMk cId="0" sldId="260"/>
        </pc:sldMkLst>
        <pc:picChg chg="mod">
          <ac:chgData name="BRIAN CONA" userId="b669df00-ff94-4fd8-8e87-54bc9fab3b9f" providerId="ADAL" clId="{736E178F-BE20-47D3-851F-951E4A621691}" dt="2026-06-02T23:33:25.357" v="3" actId="1036"/>
          <ac:picMkLst>
            <pc:docMk/>
            <pc:sldMk cId="0" sldId="260"/>
            <ac:picMk id="2" creationId="{00000000-0000-0000-0000-000000000000}"/>
          </ac:picMkLst>
        </pc:picChg>
      </pc:sldChg>
    </pc:docChg>
  </pc:docChgLst>
  <pc:docChgLst>
    <pc:chgData name="ANTHONY HERNANDEZ" userId="S::anthony.hernandez@utp.ac.pa::a28ee2f4-24c4-4697-830c-3000772794ce" providerId="AD" clId="Web-{5CA42B78-29BD-6B58-81EB-CBD20033DB11}"/>
    <pc:docChg chg="modSld">
      <pc:chgData name="ANTHONY HERNANDEZ" userId="S::anthony.hernandez@utp.ac.pa::a28ee2f4-24c4-4697-830c-3000772794ce" providerId="AD" clId="Web-{5CA42B78-29BD-6B58-81EB-CBD20033DB11}" dt="2026-06-03T00:28:19.070" v="3" actId="1076"/>
      <pc:docMkLst>
        <pc:docMk/>
      </pc:docMkLst>
      <pc:sldChg chg="modSp">
        <pc:chgData name="ANTHONY HERNANDEZ" userId="S::anthony.hernandez@utp.ac.pa::a28ee2f4-24c4-4697-830c-3000772794ce" providerId="AD" clId="Web-{5CA42B78-29BD-6B58-81EB-CBD20033DB11}" dt="2026-06-02T23:57:53.753" v="2" actId="1076"/>
        <pc:sldMkLst>
          <pc:docMk/>
          <pc:sldMk cId="0" sldId="260"/>
        </pc:sldMkLst>
        <pc:picChg chg="mod">
          <ac:chgData name="ANTHONY HERNANDEZ" userId="S::anthony.hernandez@utp.ac.pa::a28ee2f4-24c4-4697-830c-3000772794ce" providerId="AD" clId="Web-{5CA42B78-29BD-6B58-81EB-CBD20033DB11}" dt="2026-06-02T23:57:53.753" v="2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">
        <pc:chgData name="ANTHONY HERNANDEZ" userId="S::anthony.hernandez@utp.ac.pa::a28ee2f4-24c4-4697-830c-3000772794ce" providerId="AD" clId="Web-{5CA42B78-29BD-6B58-81EB-CBD20033DB11}" dt="2026-06-03T00:28:19.070" v="3" actId="1076"/>
        <pc:sldMkLst>
          <pc:docMk/>
          <pc:sldMk cId="0" sldId="264"/>
        </pc:sldMkLst>
        <pc:picChg chg="mod">
          <ac:chgData name="ANTHONY HERNANDEZ" userId="S::anthony.hernandez@utp.ac.pa::a28ee2f4-24c4-4697-830c-3000772794ce" providerId="AD" clId="Web-{5CA42B78-29BD-6B58-81EB-CBD20033DB11}" dt="2026-06-03T00:28:19.070" v="3" actId="1076"/>
          <ac:picMkLst>
            <pc:docMk/>
            <pc:sldMk cId="0" sldId="264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ECD23-E4B7-4C78-B478-B0D5D9BB7D39}" type="datetimeFigureOut">
              <a:rPr lang="es-PA" smtClean="0"/>
              <a:t>06/02/2026</a:t>
            </a:fld>
            <a:endParaRPr lang="es-PA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19668E-2708-4C89-9B30-0B8459534953}" type="slidenum">
              <a:rPr lang="es-PA" smtClean="0"/>
              <a:t>‹#›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743572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A" b="1">
                <a:solidFill>
                  <a:srgbClr val="FF0000"/>
                </a:solidFill>
              </a:rPr>
              <a:t>La primera línea de código</a:t>
            </a:r>
          </a:p>
          <a:p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s-PA" sz="1200" b="1" kern="120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definitions</a:t>
            </a:r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PA" sz="1200" b="1" kern="120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="</a:t>
            </a:r>
            <a:r>
              <a:rPr lang="es-PA" sz="1200" b="1" kern="120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ProductoServicio</a:t>
            </a:r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            </a:t>
            </a:r>
            <a:r>
              <a:rPr lang="es-PA" sz="1200" b="1" kern="120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targetNamespace</a:t>
            </a:r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="http://localhost/servicio.php"</a:t>
            </a:r>
          </a:p>
          <a:p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            </a:t>
            </a:r>
            <a:r>
              <a:rPr lang="es-PA" sz="1200" b="1" kern="120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xmlns:tns</a:t>
            </a:r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="http://localhost/servicio.php"</a:t>
            </a:r>
          </a:p>
          <a:p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            </a:t>
            </a:r>
            <a:r>
              <a:rPr lang="es-PA" sz="1200" b="1" kern="120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xmlns:soap</a:t>
            </a:r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="http://schemas.xmlsoap.org/</a:t>
            </a:r>
            <a:r>
              <a:rPr lang="es-PA" sz="1200" b="1" kern="120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wsdl</a:t>
            </a:r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s-PA" sz="1200" b="1" kern="120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soap</a:t>
            </a:r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/"</a:t>
            </a:r>
          </a:p>
          <a:p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            </a:t>
            </a:r>
            <a:r>
              <a:rPr lang="es-PA" sz="1200" b="1" kern="120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xmlns:xsd</a:t>
            </a:r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="http://www.w3.org/2001/XMLSchema"</a:t>
            </a:r>
          </a:p>
          <a:p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            </a:t>
            </a:r>
            <a:r>
              <a:rPr lang="es-PA" sz="1200" b="1" kern="120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xmlns</a:t>
            </a:r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="http://schemas.xmlsoap.org/</a:t>
            </a:r>
            <a:r>
              <a:rPr lang="es-PA" sz="1200" b="1" kern="120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wsdl</a:t>
            </a:r>
            <a:r>
              <a:rPr lang="es-PA" sz="12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/"&gt;</a:t>
            </a:r>
          </a:p>
          <a:p>
            <a:endParaRPr lang="es-PA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19668E-2708-4C89-9B30-0B8459534953}" type="slidenum">
              <a:rPr lang="es-PA" smtClean="0"/>
              <a:t>9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647210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18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3" y="50323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93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" y="63157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77a641c-123d-4d79-b272-d60a57294ef7" xsi:nil="true"/>
    <lcf76f155ced4ddcb4097134ff3c332f xmlns="5e8f54ad-ddc9-466e-becb-47ddc0d2abd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57F1D7237E895408E1CDC5B8278107B" ma:contentTypeVersion="10" ma:contentTypeDescription="Crear nuevo documento." ma:contentTypeScope="" ma:versionID="fde09fbaab07680dfa4d1568911e4787">
  <xsd:schema xmlns:xsd="http://www.w3.org/2001/XMLSchema" xmlns:xs="http://www.w3.org/2001/XMLSchema" xmlns:p="http://schemas.microsoft.com/office/2006/metadata/properties" xmlns:ns2="5e8f54ad-ddc9-466e-becb-47ddc0d2abde" xmlns:ns3="277a641c-123d-4d79-b272-d60a57294ef7" targetNamespace="http://schemas.microsoft.com/office/2006/metadata/properties" ma:root="true" ma:fieldsID="badd5f2953129ad013da0d7b8ca2ba47" ns2:_="" ns3:_="">
    <xsd:import namespace="5e8f54ad-ddc9-466e-becb-47ddc0d2abde"/>
    <xsd:import namespace="277a641c-123d-4d79-b272-d60a57294e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8f54ad-ddc9-466e-becb-47ddc0d2ab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1348c8ee-fc48-4349-a3df-b5c7dc9d70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7a641c-123d-4d79-b272-d60a57294ef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ea4cb33-8525-461c-aebb-08aee7e5a9a5}" ma:internalName="TaxCatchAll" ma:showField="CatchAllData" ma:web="277a641c-123d-4d79-b272-d60a57294e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F106A8-13DF-4D4D-A17B-6D9845F3ED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00DD51E-85CC-445F-9C17-6FC19264E01E}">
  <ds:schemaRefs>
    <ds:schemaRef ds:uri="277a641c-123d-4d79-b272-d60a57294ef7"/>
    <ds:schemaRef ds:uri="5e8f54ad-ddc9-466e-becb-47ddc0d2abd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E78D750-4132-4B59-A310-461221446655}">
  <ds:schemaRefs>
    <ds:schemaRef ds:uri="277a641c-123d-4d79-b272-d60a57294ef7"/>
    <ds:schemaRef ds:uri="5e8f54ad-ddc9-466e-becb-47ddc0d2ab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revision>1</cp:revision>
  <dcterms:created xsi:type="dcterms:W3CDTF">2006-08-16T00:00:00Z</dcterms:created>
  <dcterms:modified xsi:type="dcterms:W3CDTF">2026-06-03T00:31:16Z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0x010100557F1D7237E895408E1CDC5B8278107B</vt:lpwstr>
  </property>
  <property fmtid="{D5CDD505-2E9C-101B-9397-08002B2CF9AE}" pid="3" name="MediaServiceImageTags">
    <vt:lpwstr/>
  </property>
</Properties>
</file>